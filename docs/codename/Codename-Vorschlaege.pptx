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PROJEKT-CODENAME GESUCHT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05740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000" b="1">
                <a:solidFill>
                  <a:srgbClr val="F2F5FA"/>
                </a:solidFill>
                <a:latin typeface="Segoe UI"/>
              </a:rPr>
              <a:t>Die lustige Runde 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93A0B5"/>
                </a:solidFill>
                <a:latin typeface="Segoe UI"/>
              </a:rPr>
              <a:t>7 Namen · 7 Sticker-Logos · frisch aus der Design-Werkstatt.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3A0B5"/>
                </a:solidFill>
                <a:latin typeface="Segoe UI"/>
              </a:rPr>
              <a:t>Alle mit Virtualisierungs- &amp; Kapa-Bezug — und bereit für die Aufkleber-Maschine.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1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Codename-Vorschläge · VMware Kapazitätsplanung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_vaca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4480560" cy="4480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55448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C83FF"/>
                </a:solidFill>
                <a:latin typeface="Segoe UI"/>
              </a:rPr>
              <a:t>VORSCHLAG 1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965960"/>
            <a:ext cx="6035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2F5FA"/>
                </a:solidFill>
                <a:latin typeface="Segoe UI"/>
              </a:rPr>
              <a:t>vAcancy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320040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Der Gag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3566160"/>
            <a:ext cx="5943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2F5FA"/>
                </a:solidFill>
                <a:latin typeface="Segoe UI"/>
              </a:rPr>
              <a:t>„Vacancy“ (freie Zimmer) im VMware-v-Look.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461772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Warum es zündet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4983480"/>
            <a:ext cx="5943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3A0B5"/>
                </a:solidFill>
                <a:latin typeface="Segoe UI"/>
              </a:rPr>
              <a:t>Zeigt buchstäblich, wo noch Platz frei ist — und klingt fast wie ein echtes VMware-Produkt.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2 /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Codename-Vorschläge · VMware Kapazitätsplanung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_platzhir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4480560" cy="4480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55448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C83FF"/>
                </a:solidFill>
                <a:latin typeface="Segoe UI"/>
              </a:rPr>
              <a:t>VORSCHLAG 2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965960"/>
            <a:ext cx="6035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2F5FA"/>
                </a:solidFill>
                <a:latin typeface="Segoe UI"/>
              </a:rPr>
              <a:t>Platzhirsch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320040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Der Gag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3566160"/>
            <a:ext cx="5943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2F5FA"/>
                </a:solidFill>
                <a:latin typeface="Segoe UI"/>
              </a:rPr>
              <a:t>„Platz“ = Kapazität — der Platzhirsch sichert sich das beste Revier.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461772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Warum es zündet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4983480"/>
            <a:ext cx="5943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3A0B5"/>
                </a:solidFill>
                <a:latin typeface="Segoe UI"/>
              </a:rPr>
              <a:t>Wer bekommt die vCPUs? Der Platzhirsch entscheidet. Der Charme-Sieger fürs Team.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3 /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Codename-Vorschläge · VMware Kapazitätsplanung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3_clustertet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4480560" cy="4480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55448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C83FF"/>
                </a:solidFill>
                <a:latin typeface="Segoe UI"/>
              </a:rPr>
              <a:t>VORSCHLAG 3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965960"/>
            <a:ext cx="6035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2F5FA"/>
                </a:solidFill>
                <a:latin typeface="Segoe UI"/>
              </a:rPr>
              <a:t>ClusterTetris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320040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Der Gag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3566160"/>
            <a:ext cx="5943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2F5FA"/>
                </a:solidFill>
                <a:latin typeface="Segoe UI"/>
              </a:rPr>
              <a:t>Kapazitätsplanung ist am Ende Tetris.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461772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Warum es zündet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4983480"/>
            <a:ext cx="5943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3A0B5"/>
                </a:solidFill>
                <a:latin typeface="Segoe UI"/>
              </a:rPr>
              <a:t>Passt der Block (VM) noch in den Cluster — oder ist oben Schluss?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4 /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Codename-Vorschläge · VMware Kapazitätsplanung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4_ram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4480560" cy="4480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55448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C83FF"/>
                </a:solidFill>
                <a:latin typeface="Segoe UI"/>
              </a:rPr>
              <a:t>VORSCHLAG 4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965960"/>
            <a:ext cx="6035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2F5FA"/>
                </a:solidFill>
                <a:latin typeface="Segoe UI"/>
              </a:rPr>
              <a:t>RAMbo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320040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Der Gag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3566160"/>
            <a:ext cx="5943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2F5FA"/>
                </a:solidFill>
                <a:latin typeface="Segoe UI"/>
              </a:rPr>
              <a:t>Der Muskel hinter deinem Speicher.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461772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Warum es zündet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4983480"/>
            <a:ext cx="5943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3A0B5"/>
                </a:solidFill>
                <a:latin typeface="Segoe UI"/>
              </a:rPr>
              <a:t>„First Blood“ gibt's, wenn der RAM alle ist.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5 /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Codename-Vorschläge · VMware Kapazitätsplanung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5_overboo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4480560" cy="4480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55448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C83FF"/>
                </a:solidFill>
                <a:latin typeface="Segoe UI"/>
              </a:rPr>
              <a:t>VORSCHLAG 5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965960"/>
            <a:ext cx="6035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2F5FA"/>
                </a:solidFill>
                <a:latin typeface="Segoe UI"/>
              </a:rPr>
              <a:t>Overbooked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320040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Der Gag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3566160"/>
            <a:ext cx="5943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2F5FA"/>
                </a:solidFill>
                <a:latin typeface="Segoe UI"/>
              </a:rPr>
              <a:t>Wie die Airline beim Overbooking — VMware nennt es „Overcommit“.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461772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Warum es zündet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4983480"/>
            <a:ext cx="5943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3A0B5"/>
                </a:solidFill>
                <a:latin typeface="Segoe UI"/>
              </a:rPr>
              <a:t>Warnt dich, bevor die Maschine (VM) am Boden bleibt.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6 /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Codename-Vorschläge · VMware Kapazitätsplanung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6_clusterphob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4480560" cy="4480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55448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C83FF"/>
                </a:solidFill>
                <a:latin typeface="Segoe UI"/>
              </a:rPr>
              <a:t>VORSCHLAG 6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965960"/>
            <a:ext cx="6035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2F5FA"/>
                </a:solidFill>
                <a:latin typeface="Segoe UI"/>
              </a:rPr>
              <a:t>Clusterphobie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320040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Der Gag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3566160"/>
            <a:ext cx="5943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2F5FA"/>
                </a:solidFill>
                <a:latin typeface="Segoe UI"/>
              </a:rPr>
              <a:t>Die Angst, dass der Cluster volläuft.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461772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Warum es zündet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4983480"/>
            <a:ext cx="5943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3A0B5"/>
                </a:solidFill>
                <a:latin typeface="Segoe UI"/>
              </a:rPr>
              <a:t>Und diese App ist die Therapie dagegen.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7 /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Codename-Vorschläge · VMware Kapazitätsplanung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7_luftball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4480560" cy="4480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55448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C83FF"/>
                </a:solidFill>
                <a:latin typeface="Segoe UI"/>
              </a:rPr>
              <a:t>VORSCHLAG 7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965960"/>
            <a:ext cx="6035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2F5FA"/>
                </a:solidFill>
                <a:latin typeface="Segoe UI"/>
              </a:rPr>
              <a:t>99 Luftballons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320040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Der Gag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3566160"/>
            <a:ext cx="5943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2F5FA"/>
                </a:solidFill>
                <a:latin typeface="Segoe UI"/>
              </a:rPr>
              <a:t>„Ballooning“ ist ein echter VMware-Speichertrick.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461772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Warum es zündet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4983480"/>
            <a:ext cx="5943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3A0B5"/>
                </a:solidFill>
                <a:latin typeface="Segoe UI"/>
              </a:rPr>
              <a:t>Die Nena-Referenz gibt's gratis obendrauf.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8 /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Codename-Vorschläge · VMware Kapazitätsplanung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C83FF"/>
                </a:solidFill>
                <a:latin typeface="Segoe UI"/>
              </a:rPr>
              <a:t>DAS STICKER-SHEET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2F5FA"/>
                </a:solidFill>
                <a:latin typeface="Segoe UI"/>
              </a:rPr>
              <a:t>Bereit für die Aufkleber-Maschine 🎉</a:t>
            </a:r>
          </a:p>
        </p:txBody>
      </p:sp>
      <p:pic>
        <p:nvPicPr>
          <p:cNvPr id="4" name="Picture 3" descr="1_vaca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2331720" cy="2331720"/>
          </a:xfrm>
          <a:prstGeom prst="rect">
            <a:avLst/>
          </a:prstGeom>
        </p:spPr>
      </p:pic>
      <p:pic>
        <p:nvPicPr>
          <p:cNvPr id="5" name="Picture 4" descr="2_platzhirs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24" y="1828800"/>
            <a:ext cx="2331720" cy="2331720"/>
          </a:xfrm>
          <a:prstGeom prst="rect">
            <a:avLst/>
          </a:prstGeom>
        </p:spPr>
      </p:pic>
      <p:pic>
        <p:nvPicPr>
          <p:cNvPr id="6" name="Picture 5" descr="3_clustertetr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7" y="1828800"/>
            <a:ext cx="2331720" cy="2331720"/>
          </a:xfrm>
          <a:prstGeom prst="rect">
            <a:avLst/>
          </a:prstGeom>
        </p:spPr>
      </p:pic>
      <p:pic>
        <p:nvPicPr>
          <p:cNvPr id="7" name="Picture 6" descr="4_ramb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2" y="1828800"/>
            <a:ext cx="2331720" cy="2331720"/>
          </a:xfrm>
          <a:prstGeom prst="rect">
            <a:avLst/>
          </a:prstGeom>
        </p:spPr>
      </p:pic>
      <p:pic>
        <p:nvPicPr>
          <p:cNvPr id="8" name="Picture 7" descr="5_overbook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6203" y="4160520"/>
            <a:ext cx="2331720" cy="2331720"/>
          </a:xfrm>
          <a:prstGeom prst="rect">
            <a:avLst/>
          </a:prstGeom>
        </p:spPr>
      </p:pic>
      <p:pic>
        <p:nvPicPr>
          <p:cNvPr id="9" name="Picture 8" descr="6_clusterphobi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987" y="4160520"/>
            <a:ext cx="2331720" cy="2331720"/>
          </a:xfrm>
          <a:prstGeom prst="rect">
            <a:avLst/>
          </a:prstGeom>
        </p:spPr>
      </p:pic>
      <p:pic>
        <p:nvPicPr>
          <p:cNvPr id="10" name="Picture 9" descr="7_luftballon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3771" y="4160520"/>
            <a:ext cx="2331720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Welcher wird's? </a:t>
            </a:r>
            <a:r>
              <a:rPr sz="1400" b="0">
                <a:solidFill>
                  <a:srgbClr val="93A0B5"/>
                </a:solidFill>
                <a:latin typeface="Segoe UI"/>
              </a:rPr>
              <a:t>Dein Call — dann webe ich ihn ins Dashboard, die README und die Präsentation ein.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9 /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Codename-Vorschläge · VMware Kapazitätsplanung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