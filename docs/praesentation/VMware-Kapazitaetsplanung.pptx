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KAPAZITÄTS-DASHBOARD FÜR VMWARE ARIA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96596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>
                <a:solidFill>
                  <a:srgbClr val="F2F5FA"/>
                </a:solidFill>
                <a:latin typeface="Segoe UI"/>
              </a:rPr>
              <a:t>Kapazität sehen.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>
                <a:solidFill>
                  <a:srgbClr val="F2F5FA"/>
                </a:solidFill>
                <a:latin typeface="Segoe UI"/>
              </a:rPr>
              <a:t>Planen. Freigeben.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93A0B5"/>
                </a:solidFill>
                <a:latin typeface="Segoe UI"/>
              </a:rPr>
              <a:t>Die gesamte virtuelle Landschaft auf einen Blick — in einem einzigen, abhängigkeitsfreien Werkzeug.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5257800"/>
            <a:ext cx="5852160" cy="18288"/>
          </a:xfrm>
          <a:prstGeom prst="rect">
            <a:avLst/>
          </a:prstGeom>
          <a:solidFill>
            <a:srgbClr val="2A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440680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3A0B5"/>
                </a:solidFill>
                <a:latin typeface="Segoe UI"/>
              </a:rPr>
              <a:t>Eine Python-Datei · keine Fremd-Abhängigkeiten · zweisprachig DE/EN · läuft auf jedem RHEL-Host · über 100 Releases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0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1 /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1 · 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Freie Kapazität auf einen Blick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Sofort erkennen, wo Reserven sind — und wo es eng wird.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Freie vCPU, RAM &amp; Storage je Cluster, farbcodiert nach Auslastung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Ausfallreserve (N+1) und vSAN-Faktor bereits eingerechnet — keine Excel-Bastelei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Ein Klick zum CSV-Export für Reports ans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kapazita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501445"/>
            <a:ext cx="6501384" cy="3900830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0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2 /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2 · TIEFE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Vom Cluster bis zur VM — ein Klick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Volle Detailtiefe, ganz ohne vCenter-Login.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CPU, RAM, Storage, Netzwerk, Hosts &amp; VMs je Cluster in einer Karte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Tanzu-/Kubernetes-Reservierungen zählen automatisch mit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Alle Zahlen mit derselben, nachvollziehbaren Rechenlogik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393088"/>
            <a:ext cx="6501384" cy="4117543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0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3 /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3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Ressourcen mit klarem Freigabe-Prozess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Nichts wird unbemerkt vergeben — alles ist nachvollziehbar.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Mehrstufiger Genehmigungs-Workflow je Team, inkl. Auto-Freigabe nach Schwellen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Warnung, wenn eine Anfrage nicht mehr in den Cluster passt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Lückenloses Audit-Log und automatische Mail-Benachrichtigungen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genehmigu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2088667"/>
            <a:ext cx="6501384" cy="2726386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0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4 /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4 · PROGNOSE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Wohin wächst die Umgebung?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Investitionsentscheidungen datenbasiert statt aus dem Bauch.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Trends aus bis zu 2 Jahren Historie: RAM/vCPU/Disk je VM, Auslastung, VM-Wachstum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Frühzeitig erkennen, wann Erweiterungen fällig werden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Selbst gezeichnete Charts — komplett offline, kein externer Dienst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statist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393088"/>
            <a:ext cx="6501384" cy="4117543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0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5 /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5 · REICHWEITE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Alle Rechenzentren — auch die isolierten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Eine Sicht für die ganze Landschaft, rollengerecht abgesichert.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Mehrere vROps-Quellen in einer Übersicht (Quellen-Badge je Cluster)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Isolierte vCenter ohne Netz per Offline-Import (PowerCLI) einbinden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Storage-Brücke: LUN-Erweiterungen direkt ans Storage-Team (API/CSV)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sto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674815"/>
            <a:ext cx="6501384" cy="3554089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0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6 /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FAZIT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F2F5FA"/>
                </a:solidFill>
                <a:latin typeface="Segoe UI"/>
              </a:rPr>
              <a:t>Warum das überzeugt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3500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Betrieb &amp; Kosten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80720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Eine einzige Python-Datei — kein Build, keine Datenbank, keine Fremd-Pakete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Läuft auf jedem RHEL-Host; ein Update = eine Datei austauschen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4884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1968" y="23500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Sicherheit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968" y="280720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AD-Anmeldung, rollenbasierte Sichtbarkeit, quellenbezogene Filter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5 unabhängige Security-Scanner in der CI, geschützter main-Branch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16052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43616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Reichweite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81888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Zweisprachig DE/EN, offline- und proxy-fähig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Lesende API für Grafana, CMDB &amp; 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16052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43616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Pflege &amp; Reife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481888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Aktiv weiterentwickelt — über 100 Releases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Reviewer-Handbuch, Architektur-Doku, Smoke-Tests inklusive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4476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34D399"/>
                </a:solidFill>
                <a:latin typeface="Segoe UI"/>
              </a:rPr>
              <a:t>Wenig Angriffsfläche. Kein Vendor-Lock-in. Sofort einsatzbereit.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0" y="641908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7 /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